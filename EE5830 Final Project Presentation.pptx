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4"/>
  </p:sldMasterIdLst>
  <p:sldIdLst>
    <p:sldId id="256" r:id="rId5"/>
    <p:sldId id="257" r:id="rId6"/>
    <p:sldId id="258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D4268F-BC12-4CAB-B972-6F1E3AF30DDE}" v="4" dt="2024-12-11T10:22:41.6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6" autoAdjust="0"/>
    <p:restoredTop sz="95492" autoAdjust="0"/>
  </p:normalViewPr>
  <p:slideViewPr>
    <p:cSldViewPr snapToGrid="0">
      <p:cViewPr varScale="1">
        <p:scale>
          <a:sx n="57" d="100"/>
          <a:sy n="57" d="100"/>
        </p:scale>
        <p:origin x="528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Gill Sans MT"/>
                <a:cs typeface="Calibri"/>
              </a:rPr>
              <a:t>EE 5830 Final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Classification of 5G-NR Signals</a:t>
            </a:r>
          </a:p>
        </p:txBody>
      </p:sp>
    </p:spTree>
    <p:extLst>
      <p:ext uri="{BB962C8B-B14F-4D97-AF65-F5344CB8AC3E}">
        <p14:creationId xmlns:p14="http://schemas.microsoft.com/office/powerpoint/2010/main" val="119444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38"/>
    </mc:Choice>
    <mc:Fallback xmlns="">
      <p:transition spd="slow" advTm="663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279814-8EAD-BFD6-410F-96FC1E945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322CE-B99B-3A97-F137-25CC8D165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404040"/>
                </a:solidFill>
              </a:rPr>
              <a:t>This project implements a deep learning approach to classify 5G New Radio (5G-NR) signals </a:t>
            </a:r>
          </a:p>
          <a:p>
            <a:pPr marL="0" indent="0">
              <a:buNone/>
            </a:pPr>
            <a:r>
              <a:rPr lang="en-US" dirty="0">
                <a:solidFill>
                  <a:srgbClr val="404040"/>
                </a:solidFill>
              </a:rPr>
              <a:t>based on their Signal-to-Noise Ratio (SNR) levels. The system processes raw In-phase </a:t>
            </a:r>
          </a:p>
          <a:p>
            <a:pPr marL="0" indent="0">
              <a:buNone/>
            </a:pPr>
            <a:r>
              <a:rPr lang="en-US" dirty="0">
                <a:solidFill>
                  <a:srgbClr val="404040"/>
                </a:solidFill>
              </a:rPr>
              <a:t>and Quadrature (I/Q) samples from RF signals and classifies them into different SNR </a:t>
            </a:r>
          </a:p>
          <a:p>
            <a:pPr marL="0" indent="0">
              <a:buNone/>
            </a:pPr>
            <a:r>
              <a:rPr lang="en-US" dirty="0">
                <a:solidFill>
                  <a:srgbClr val="404040"/>
                </a:solidFill>
              </a:rPr>
              <a:t>categories using a Convolutional Neural Network (CNN).</a:t>
            </a:r>
          </a:p>
        </p:txBody>
      </p:sp>
    </p:spTree>
    <p:extLst>
      <p:ext uri="{BB962C8B-B14F-4D97-AF65-F5344CB8AC3E}">
        <p14:creationId xmlns:p14="http://schemas.microsoft.com/office/powerpoint/2010/main" val="1425219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279814-8EAD-BFD6-410F-96FC1E945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What is SNR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322CE-B99B-3A97-F137-25CC8D165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404040"/>
                </a:solidFill>
              </a:rPr>
              <a:t>Expressed in decibels (dB)</a:t>
            </a:r>
          </a:p>
          <a:p>
            <a:r>
              <a:rPr lang="en-US" dirty="0">
                <a:solidFill>
                  <a:srgbClr val="404040"/>
                </a:solidFill>
              </a:rPr>
              <a:t>A measure of clarity of the signal relative to the background noise</a:t>
            </a:r>
          </a:p>
          <a:p>
            <a:r>
              <a:rPr lang="en-US" dirty="0">
                <a:solidFill>
                  <a:srgbClr val="404040"/>
                </a:solidFill>
              </a:rPr>
              <a:t>The higher the number the better the signal quality</a:t>
            </a:r>
          </a:p>
        </p:txBody>
      </p:sp>
    </p:spTree>
    <p:extLst>
      <p:ext uri="{BB962C8B-B14F-4D97-AF65-F5344CB8AC3E}">
        <p14:creationId xmlns:p14="http://schemas.microsoft.com/office/powerpoint/2010/main" val="1543763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279814-8EAD-BFD6-410F-96FC1E945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322CE-B99B-3A97-F137-25CC8D165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404040"/>
                </a:solidFill>
              </a:rPr>
              <a:t>Taking raw In-phase and Quadrature (I/Q) data and converted to its complex form</a:t>
            </a:r>
          </a:p>
          <a:p>
            <a:r>
              <a:rPr lang="en-US" dirty="0">
                <a:solidFill>
                  <a:srgbClr val="404040"/>
                </a:solidFill>
              </a:rPr>
              <a:t>Process and resize data</a:t>
            </a:r>
          </a:p>
          <a:p>
            <a:r>
              <a:rPr lang="en-US" dirty="0">
                <a:solidFill>
                  <a:srgbClr val="404040"/>
                </a:solidFill>
              </a:rPr>
              <a:t>Test three SNR levels</a:t>
            </a:r>
          </a:p>
          <a:p>
            <a:pPr lvl="1"/>
            <a:r>
              <a:rPr lang="en-US" dirty="0">
                <a:solidFill>
                  <a:srgbClr val="404040"/>
                </a:solidFill>
              </a:rPr>
              <a:t>20dB, 10dB, 0dB (Clean to quiet range)</a:t>
            </a:r>
          </a:p>
          <a:p>
            <a:r>
              <a:rPr lang="en-US" dirty="0">
                <a:solidFill>
                  <a:srgbClr val="404040"/>
                </a:solidFill>
              </a:rPr>
              <a:t>Use CNN to classify </a:t>
            </a:r>
          </a:p>
          <a:p>
            <a:pPr marL="228600" lvl="1" indent="0">
              <a:buNone/>
            </a:pPr>
            <a:endParaRPr lang="en-US" dirty="0">
              <a:solidFill>
                <a:srgbClr val="40404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044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4C7B8-C046-A934-F437-3E645EF9A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6" name="Content Placeholder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7F5829EF-F84F-6A56-3C68-82477FC2EE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61273" y="2674592"/>
            <a:ext cx="4262878" cy="2755274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692F2DB-0C32-64DE-057E-4BB804E420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5058" y="2674592"/>
            <a:ext cx="5055669" cy="541679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BCC15E-A749-36D6-3E6B-90D0803DC3DE}"/>
              </a:ext>
            </a:extLst>
          </p:cNvPr>
          <p:cNvSpPr txBox="1"/>
          <p:nvPr/>
        </p:nvSpPr>
        <p:spPr>
          <a:xfrm>
            <a:off x="6175058" y="3738282"/>
            <a:ext cx="50556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results at 10 epoch with learning rate of 0.002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Added callbacks to track accuracy at each epoch</a:t>
            </a:r>
          </a:p>
        </p:txBody>
      </p:sp>
    </p:spTree>
    <p:extLst>
      <p:ext uri="{BB962C8B-B14F-4D97-AF65-F5344CB8AC3E}">
        <p14:creationId xmlns:p14="http://schemas.microsoft.com/office/powerpoint/2010/main" val="369943861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C0E7EB9E59FE4B9DD61E9DDBFE749F" ma:contentTypeVersion="15" ma:contentTypeDescription="Create a new document." ma:contentTypeScope="" ma:versionID="b92e8b6a5586f5733b6edb5b00aa8fef">
  <xsd:schema xmlns:xsd="http://www.w3.org/2001/XMLSchema" xmlns:xs="http://www.w3.org/2001/XMLSchema" xmlns:p="http://schemas.microsoft.com/office/2006/metadata/properties" xmlns:ns3="5d910193-a3d0-4de3-9bf4-db1371165cff" xmlns:ns4="ecc5e077-776f-4c1e-b59d-d62d64e5bece" targetNamespace="http://schemas.microsoft.com/office/2006/metadata/properties" ma:root="true" ma:fieldsID="f17bbe1296f3e19099123c9017592e33" ns3:_="" ns4:_="">
    <xsd:import namespace="5d910193-a3d0-4de3-9bf4-db1371165cff"/>
    <xsd:import namespace="ecc5e077-776f-4c1e-b59d-d62d64e5bec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EventHashCode" minOccurs="0"/>
                <xsd:element ref="ns3:MediaServiceGenerationTim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910193-a3d0-4de3-9bf4-db1371165c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8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c5e077-776f-4c1e-b59d-d62d64e5bece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BF0BA76-7884-43EF-8983-C65D5963C5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910193-a3d0-4de3-9bf4-db1371165cff"/>
    <ds:schemaRef ds:uri="ecc5e077-776f-4c1e-b59d-d62d64e5be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0BE6AB-4691-4A0F-B8B8-503A0CD9489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113A2B-79F2-4990-9F70-8CBE96752AD1}">
  <ds:schemaRefs>
    <ds:schemaRef ds:uri="5d910193-a3d0-4de3-9bf4-db1371165cff"/>
    <ds:schemaRef ds:uri="http://www.w3.org/XML/1998/namespace"/>
    <ds:schemaRef ds:uri="http://purl.org/dc/terms/"/>
    <ds:schemaRef ds:uri="ecc5e077-776f-4c1e-b59d-d62d64e5bece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TF00001246</Template>
  <TotalTime>502</TotalTime>
  <Words>157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Parcel</vt:lpstr>
      <vt:lpstr>EE 5830 Final Project</vt:lpstr>
      <vt:lpstr>Problem statement</vt:lpstr>
      <vt:lpstr>What is SNR</vt:lpstr>
      <vt:lpstr>Approach</vt:lpstr>
      <vt:lpstr>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Marvin Mendez</dc:creator>
  <cp:lastModifiedBy>Mendez, Marvin E</cp:lastModifiedBy>
  <cp:revision>49</cp:revision>
  <dcterms:created xsi:type="dcterms:W3CDTF">2023-04-03T10:30:39Z</dcterms:created>
  <dcterms:modified xsi:type="dcterms:W3CDTF">2024-12-11T11:00:18Z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0x01010013C0E7EB9E59FE4B9DD61E9DDBFE749F</vt:lpwstr>
  </property>
</Properties>
</file>